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5544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INSIGHTS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19202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Approaches to an AI Wealth Assistant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" y="34290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vs. Skills vs. Intelligent — what each can do, where each breaks, and why a wealth assistant is genuinely hard to build with simple LLMs.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4617720"/>
            <a:ext cx="69037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617720"/>
            <a:ext cx="690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13332" y="4617720"/>
            <a:ext cx="106070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3332" y="46177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02636" y="4617720"/>
            <a:ext cx="167792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2636" y="4617720"/>
            <a:ext cx="1677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630936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grounded, agentic demo for a Canadian wealth assistant.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approaches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737360"/>
            <a:ext cx="3483864" cy="3840480"/>
          </a:xfrm>
          <a:prstGeom prst="roundRect">
            <a:avLst>
              <a:gd name="adj" fmla="val 2100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554480" y="2039112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only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843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client's snapshot is pasted into one prompt — but with no tools or structure, it stays overconfident and fabricates anything beyond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52544" y="1737360"/>
            <a:ext cx="3483864" cy="3840480"/>
          </a:xfrm>
          <a:prstGeom prst="roundRect">
            <a:avLst>
              <a:gd name="adj" fmla="val 2100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0574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12664" y="2039112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72584" y="27432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tools, single-shot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72584" y="3246120"/>
            <a:ext cx="2843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round of grounded tool calls (real balances, allocation, cash-flow), then an answer.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10728" y="1737360"/>
            <a:ext cx="3483864" cy="3840480"/>
          </a:xfrm>
          <a:prstGeom prst="roundRect">
            <a:avLst>
              <a:gd name="adj" fmla="val 2100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43076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070848" y="2039112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30768" y="27432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+ sub-agents + memory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30768" y="3246120"/>
            <a:ext cx="2843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routes to specialist agents, remembers goals, and grounds every number in a tool.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1 — Raw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61288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only, no tools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271516" cy="4160520"/>
          </a:xfrm>
          <a:prstGeom prst="roundRect">
            <a:avLst>
              <a:gd name="adj" fmla="val 1758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75688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4174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44855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client's static snapshot is dropped into a single prompt.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 and nothing computed — just free-form text in, text out.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cheap to run.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23076" y="1783080"/>
            <a:ext cx="5271516" cy="4160520"/>
          </a:xfrm>
          <a:prstGeom prst="roundRect">
            <a:avLst>
              <a:gd name="adj" fmla="val 1758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43116" y="2075688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6643116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91756" y="2057400"/>
            <a:ext cx="4174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34556" y="2697480"/>
            <a:ext cx="444855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Overconfident and ungrounded on anything beyond the snapshot.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returns and projections, and mis-cites the client's own numbers.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goals; no clarifying follow-up questions.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auditable — no claim traces to a tool or source.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and plausible, which makes the errors dangerous.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2 — Skills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61288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tools, single-shot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271516" cy="4160520"/>
          </a:xfrm>
          <a:prstGeom prst="roundRect">
            <a:avLst>
              <a:gd name="adj" fmla="val 1758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75688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4174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44855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tool round: the model calls grounded tools —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total, allocation, performance, income &amp; expenses.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come from real data, not the model's imagination.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predictable, and easy to reason about.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23076" y="1783080"/>
            <a:ext cx="5271516" cy="4160520"/>
          </a:xfrm>
          <a:prstGeom prst="roundRect">
            <a:avLst>
              <a:gd name="adj" fmla="val 1758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43116" y="2075688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6643116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91756" y="2057400"/>
            <a:ext cx="4174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34556" y="2697480"/>
            <a:ext cx="444855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— no planning or multi-step reasoning.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goals or earlier turns in the conversation.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chain across domains (portfolio + budgeting + tax).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gather context or ask a clarifying question first.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a fixed tool set; brittle for open-ended goals.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3 — Intelligent (Agentic)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61288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+ sub-agents + memory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271516" cy="4160520"/>
          </a:xfrm>
          <a:prstGeom prst="roundRect">
            <a:avLst>
              <a:gd name="adj" fmla="val 1758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75688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4174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44855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orchestrator plans and routes to specialist sub-agents: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portfolio, budgeting, education, and context.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context first, then remembers the client's goals.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every number in a tool call.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deterministic engine for the math (growth, drawdown).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23076" y="1783080"/>
            <a:ext cx="5271516" cy="4160520"/>
          </a:xfrm>
          <a:prstGeom prst="roundRect">
            <a:avLst>
              <a:gd name="adj" fmla="val 1758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43116" y="2075688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6643116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91756" y="2057400"/>
            <a:ext cx="4174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34556" y="2697480"/>
            <a:ext cx="444855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moving parts — more ways for it to fail.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and costlier: multiple LLM round-trips per answer.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routing makes it harder to test and debug.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guardrails for provider quirks (tool schemas, parallel calls).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worth it when grounding + judgment actually matter — as here.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by side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100023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264664"/>
                <a:gridCol w="2264664"/>
                <a:gridCol w="226466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Grounded, real numbers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reasoning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Remembers the client's goals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to the client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projections / math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before advising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&amp;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for money decisions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50800" marT="25400" marB="25400" anchor="ctr">
                    <a:lnL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94360" y="61264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built-in    ✗ not supported    partial / limited = possible but shallow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wealth assistant is very hard with simple LLMs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645920"/>
            <a:ext cx="1100023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demands exact, grounded numbers — but LLMs hallucinate figures.</a:t>
            </a:r>
            <a:endParaRPr lang="en-US" sz="155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need deterministic math (compounding, retirement drawdown); LLMs miscalculate.</a:t>
            </a:r>
            <a:endParaRPr lang="en-US" sz="155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must fit the real client — their actual data plus remembered goals.</a:t>
            </a:r>
            <a:endParaRPr lang="en-US" sz="155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spans domains — portfolio, budgeting, tax, estate — needing orchestration, not one prompt.</a:t>
            </a:r>
            <a:endParaRPr lang="en-US" sz="155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before advising”: the assistant must gather context, not assume it.</a:t>
            </a:r>
            <a:endParaRPr lang="en-US" sz="155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trust: a confidently-wrong number about someone's savings is dangerous.</a:t>
            </a:r>
            <a:endParaRPr lang="en-US" sz="155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trace back to a tool call — the output has to be auditable.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94360" y="5577840"/>
            <a:ext cx="11000232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5577840"/>
            <a:ext cx="10268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LLM call can't do this. Grounding, tools, planning, memory, and deterministic math are all required — together.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783080"/>
            <a:ext cx="11000232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07568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75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1783080"/>
            <a:ext cx="8165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danger — fluent, personalized-sounding, and wrong.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990088"/>
            <a:ext cx="11000232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282696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826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2990088"/>
            <a:ext cx="8165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numbers — grounded in real data, but still single-shot.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4197096"/>
            <a:ext cx="11000232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489704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4897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4197096"/>
            <a:ext cx="8165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planning, memory, and orchestration a trustworthy assistant needs.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58064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 isn't the language — it's the grounding, the math, and the judgment around it.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Approaches to an AI Wealth Assistant</dc:title>
  <dc:subject>PptxGenJS Presentation</dc:subject>
  <dc:creator>Wealth Insights</dc:creator>
  <cp:lastModifiedBy>Wealth Insights</cp:lastModifiedBy>
  <cp:revision>1</cp:revision>
  <dcterms:created xsi:type="dcterms:W3CDTF">2026-07-19T05:43:12Z</dcterms:created>
  <dcterms:modified xsi:type="dcterms:W3CDTF">2026-07-19T05:43:12Z</dcterms:modified>
</cp:coreProperties>
</file>